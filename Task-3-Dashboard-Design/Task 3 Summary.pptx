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94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C3A89-D42E-2E93-CF95-E9866D5ADC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6BD8C9-782B-959C-61F7-4E4123FE08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2DC7C-1F09-4136-0918-2DE330924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E70AD-D29E-4588-A095-6987523440C1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CB29B-2577-2E4D-E353-355C09B5D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1C7A19-7688-2921-5D69-1D77EE02A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3E407-6FC3-4D28-AE21-102CD8C26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8600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30114-4289-D977-867F-FC8167DD9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317F8-2141-650F-1A0F-FA58BBED9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1903C-374D-BA15-1BFB-CC8D8D12F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E70AD-D29E-4588-A095-6987523440C1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7EAF0C-ABA5-F44F-A90A-0DB4C934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3B227A-B622-91D5-4FBC-3C71549FB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3E407-6FC3-4D28-AE21-102CD8C26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5748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8FACA-1F7F-8AEC-10A3-B054EAA4C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C1FDE7-BC51-EC1F-8C98-143D7FD995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039ED-4938-DCCE-6759-335E48CA0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E70AD-D29E-4588-A095-6987523440C1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9BBF5-189E-60E8-C88C-FF3163AF2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47165E-3ED6-E6D7-C3CF-FB097405C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3E407-6FC3-4D28-AE21-102CD8C26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5440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04DB2-EC3B-F235-BB19-A29768B53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08926-7B4B-6CEE-66CF-AF70C0A771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71B284-79CC-DB41-5AC7-B0D79CE92C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234FAD-ACB7-7E01-7672-2CDD55669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E70AD-D29E-4588-A095-6987523440C1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CA4F7C-33A1-EC91-CA7C-0ED8177EC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1FB6BF-C68D-DDA3-2FCA-A7333A093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3E407-6FC3-4D28-AE21-102CD8C26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5510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0749B-13A1-F639-BB08-8145608D4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7DE20D-A025-EEDB-911B-813148C4A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2710DE-FC66-6DB7-2A46-6089694047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6CDA8A-B090-B875-9CF8-FC6AE2E111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E78AD0-BD2B-BA9A-3765-4062480C23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620921-85FC-2434-1E6D-9F4A81ECD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E70AD-D29E-4588-A095-6987523440C1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653CCC-F916-85E8-608E-F0DE9581A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3A4A11-6417-D121-B65B-82245F99B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3E407-6FC3-4D28-AE21-102CD8C26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5728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A3C61-E119-9DCC-3796-6483E6517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E65352-76F6-0A55-7738-FF06207DA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E70AD-D29E-4588-A095-6987523440C1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007996-4276-161A-B285-706115DF2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9145DC-DCF9-0DD8-6503-90D284D5D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3E407-6FC3-4D28-AE21-102CD8C26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2652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F203EC-8E7D-CBF5-6A8B-4C5D181CE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E70AD-D29E-4588-A095-6987523440C1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DFEE48-00D3-DD85-6BD4-EB9EF99DA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657E00-26B3-6575-73DA-905B7F7D6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3E407-6FC3-4D28-AE21-102CD8C26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349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28BA6-91CC-41BD-523B-A1C487BC4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7D2D1-29DF-16B0-C731-3F6EE3358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45FB73-DDDA-FA6D-10A7-2383656A87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2431A5-A111-3A32-E686-F4BC9BB8D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E70AD-D29E-4588-A095-6987523440C1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E9ECFA-D87F-BFDE-B24E-6364B1A75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D639E2-B919-58E7-5300-0EA1C94C1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3E407-6FC3-4D28-AE21-102CD8C26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6779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E84B7-9DF1-8C29-E73F-35A59349E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8FEC25-9AAC-40F8-0B3F-A1FAE75263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15B0AC-46C8-0074-6F29-32FAB2C2B2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706E9E-4A87-14EB-18D7-889D3A2B8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E70AD-D29E-4588-A095-6987523440C1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810CD5-F64B-B529-16C9-9C18F9050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7777C7-80C0-F2D3-583E-276D7C8F8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3E407-6FC3-4D28-AE21-102CD8C26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8538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2F1FA-2D71-73D0-1213-36403BA29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10D6ED-CD8D-8B00-34D3-E8CA230238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2AF3A-F331-FCD0-29A1-854F32B70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E70AD-D29E-4588-A095-6987523440C1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CF4295-A2CE-911F-FB29-284F45145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1D6DBC-FF10-06C3-16BD-B9309ED5B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3E407-6FC3-4D28-AE21-102CD8C26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7450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F9E8F7-02ED-2E2D-65D7-4765909F6D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4EF5D6-C6D2-9251-20CE-07BBB91D1F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D4AC7E-1F62-5B41-F325-1595E7C32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E70AD-D29E-4588-A095-6987523440C1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F27BD-4A3A-BBE6-8C14-5AA7EA495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40F4B-ABD3-1D6D-691A-21157A430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3E407-6FC3-4D28-AE21-102CD8C26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2682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C3F6C5-3767-205E-B54A-56075FF72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EE4091-AD96-C611-CFB0-9BDB97EE96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8007C-EFC0-D766-F25C-4889BA1D3B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7E70AD-D29E-4588-A095-6987523440C1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A6962-F795-C7FC-AF64-0F8D083ACC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A58CA-26B5-5B89-B45E-49991F46DC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43E407-6FC3-4D28-AE21-102CD8C261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6947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5F840-3BDB-3980-141F-00CB94DD3B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Auto Sales Performance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09F6BD-20A7-E7A6-7E15-7BFE6A9224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Data Analyst Internship - Task 3</a:t>
            </a:r>
          </a:p>
          <a:p>
            <a:r>
              <a:rPr lang="en-IN" sz="2000" dirty="0"/>
              <a:t>By: </a:t>
            </a:r>
            <a:r>
              <a:rPr lang="en-IN" sz="2000" dirty="0" err="1"/>
              <a:t>Vigneshwaran</a:t>
            </a:r>
            <a:r>
              <a:rPr lang="en-IN" sz="2000" dirty="0"/>
              <a:t> R</a:t>
            </a:r>
          </a:p>
        </p:txBody>
      </p:sp>
    </p:spTree>
    <p:extLst>
      <p:ext uri="{BB962C8B-B14F-4D97-AF65-F5344CB8AC3E}">
        <p14:creationId xmlns:p14="http://schemas.microsoft.com/office/powerpoint/2010/main" val="1774064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3E054-02D3-87CD-F68B-65C0C9E2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Dashboard Page</a:t>
            </a:r>
            <a:br>
              <a:rPr lang="en-IN" dirty="0"/>
            </a:b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0782C2E-0E7D-362C-086A-47D1041BD4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3992" y="1690688"/>
            <a:ext cx="4814056" cy="43513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DA39D06-F746-AEEB-E9D5-8ADC4A4158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7024" y="1520886"/>
            <a:ext cx="5058481" cy="418182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5C4F22E-E602-D78E-345F-2197575309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8843" y="2637461"/>
            <a:ext cx="1095528" cy="81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703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73E98-3CEE-DC4E-16B4-6A95862F3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Insights from the Dashboard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700A992-E5DA-8AFE-953F-273CAFAFB4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16138"/>
            <a:ext cx="1051560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KPIs at a Glance: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dashboard provides a high-level view of key metrics, tracking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Quantity Ordered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the entire business.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Top-Performing Products: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"Sales by Product" chart clearly identifies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'Classic Cars'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 the most profitable product line, driving the majority of sales.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Primary Market: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"Sales Map" highlights that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the largest and most critical market by sales volume.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Sales Trends: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"Sales Over Time" chart shows the company's sales performance, revealing seasonal peaks and helping to identify the best-performing months.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Full Interactivity: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dashboard is fully interactive. Clicking a country on the map (like "USA") or a product in the bar chart filters all other charts to show specific insights for that selection.</a:t>
            </a:r>
          </a:p>
        </p:txBody>
      </p:sp>
    </p:spTree>
    <p:extLst>
      <p:ext uri="{BB962C8B-B14F-4D97-AF65-F5344CB8AC3E}">
        <p14:creationId xmlns:p14="http://schemas.microsoft.com/office/powerpoint/2010/main" val="676873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166</Words>
  <Application>Microsoft Office PowerPoint</Application>
  <PresentationFormat>Widescreen</PresentationFormat>
  <Paragraphs>14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Auto Sales Performance Dashboard</vt:lpstr>
      <vt:lpstr>Dashboard Page </vt:lpstr>
      <vt:lpstr>Key Insights from the Dashboard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Vignesh Waran</dc:creator>
  <cp:lastModifiedBy>Vignesh Waran</cp:lastModifiedBy>
  <cp:revision>1</cp:revision>
  <dcterms:created xsi:type="dcterms:W3CDTF">2025-10-24T13:54:28Z</dcterms:created>
  <dcterms:modified xsi:type="dcterms:W3CDTF">2025-10-24T14:00:00Z</dcterms:modified>
</cp:coreProperties>
</file>